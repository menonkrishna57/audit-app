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ENTERPRISE SECURITY INTELLIGENCE</a:t>
            </a:r>
          </a:p>
          <a:p>
            <a:pPr>
              <a:spcAft>
                <a:spcPts val="8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Audit-App</a:t>
            </a:r>
          </a:p>
          <a:p>
            <a:pPr>
              <a:spcAft>
                <a:spcPts val="2400"/>
              </a:spcAft>
              <a:defRPr sz="2000">
                <a:solidFill>
                  <a:srgbClr val="94A3B8"/>
                </a:solidFill>
                <a:latin typeface="Segoe UI"/>
              </a:defRPr>
            </a:pPr>
            <a:r>
              <a:t>Next-Generation Autonomous Code Security &amp; Cryptographic Compliance Pipeline</a:t>
            </a:r>
          </a:p>
          <a:p>
            <a:pPr>
              <a:defRPr sz="1400" b="1">
                <a:solidFill>
                  <a:srgbClr val="34D399"/>
                </a:solidFill>
                <a:latin typeface="Segoe UI"/>
              </a:defRPr>
            </a:pPr>
            <a:r>
              <a:t>SBOM  |  CBOM &amp; Quantum Posture  |  RCA with Code Fixes  |  OWASP &amp; CWE Gap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212080"/>
            <a:ext cx="9509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Segoe UI"/>
              </a:defRPr>
            </a:pPr>
            <a:r>
              <a:t>Architecture: AI-Powered RAG (Google Gemini + Qdrant Vector Engine) + Deterministic CI/CD Static Fallback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Target Languages: Python (.py, .ipynb) | Java (.java) | C/C++ (.cpp, .c, .h) | Manifest Ecosystems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INDUSTRY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Code Security Crisis: Why Traditional Tools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Supply Chain Blindspots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Explosion of Dependencies: </a:t>
            </a:r>
            <a:r>
              <a:rPr>
                <a:solidFill>
                  <a:srgbClr val="F8FAFC"/>
                </a:solidFill>
              </a:rPr>
              <a:t>Modern microservices rely on hundreds of third-party libraries; manual tracking is impossible.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Dependency Confusion: </a:t>
            </a:r>
            <a:r>
              <a:rPr>
                <a:solidFill>
                  <a:srgbClr val="F8FAFC"/>
                </a:solidFill>
              </a:rPr>
              <a:t>Unpinned packages allow untrusted upstream releases to introduce zero-days silently.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Missing SBOMs: </a:t>
            </a:r>
            <a:r>
              <a:rPr>
                <a:solidFill>
                  <a:srgbClr val="F8FAFC"/>
                </a:solidFill>
              </a:rPr>
              <a:t>Lack of automated machine-readable bills of materials fails modern compliance audits.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Cryptographic Obsolescence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Quantum Horizon Risk: </a:t>
            </a:r>
            <a:r>
              <a:rPr>
                <a:solidFill>
                  <a:srgbClr val="F8FAFC"/>
                </a:solidFill>
              </a:rPr>
              <a:t>Legacy RSA and ECC algorithms will soon be broken by Shor's algorithm; teams lack crypto visibility.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Hardcoded Ciphers: </a:t>
            </a:r>
            <a:r>
              <a:rPr>
                <a:solidFill>
                  <a:srgbClr val="F8FAFC"/>
                </a:solidFill>
              </a:rPr>
              <a:t>MD5 and SHA-1 still linger in repositories for checksums, triggering compliance violations.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Native CBOM: </a:t>
            </a:r>
            <a:r>
              <a:rPr>
                <a:solidFill>
                  <a:srgbClr val="F8FAFC"/>
                </a:solidFill>
              </a:rPr>
              <a:t>Virtually zero commercial linters build an actionable Cryptography Bill of Materials.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'Scan &amp; Dump' Failure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Alert Fatigue: </a:t>
            </a:r>
            <a:r>
              <a:rPr>
                <a:solidFill>
                  <a:srgbClr val="F8FAFC"/>
                </a:solidFill>
              </a:rPr>
              <a:t>Traditional SAST scanners dump hundreds of warning alerts without context or triage.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Actionable Fixes: </a:t>
            </a:r>
            <a:r>
              <a:rPr>
                <a:solidFill>
                  <a:srgbClr val="F8FAFC"/>
                </a:solidFill>
              </a:rPr>
              <a:t>Developers waste hours researching how to fix warnings; linters don't suggest safe replacement code.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Shallow Regex: </a:t>
            </a:r>
            <a:r>
              <a:rPr>
                <a:solidFill>
                  <a:srgbClr val="F8FAFC"/>
                </a:solidFill>
              </a:rPr>
              <a:t>Linters fail to understand multi-file architectural flaws, prompt injection, or root causes.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Unified 4-Pillar Security &amp; Compliance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03/12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1. SBOM Engine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Comprehensive Inventory: </a:t>
            </a:r>
            <a:r>
              <a:rPr>
                <a:solidFill>
                  <a:srgbClr val="F8FAFC"/>
                </a:solidFill>
              </a:rPr>
              <a:t>Captures third-party libraries across Python, Java, C++, and manifests.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Version Pinning: </a:t>
            </a:r>
            <a:r>
              <a:rPr>
                <a:solidFill>
                  <a:srgbClr val="F8FAFC"/>
                </a:solidFill>
              </a:rPr>
              <a:t>Identifies exact pinned vs. loose range-specified packages.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Ecosystem Mapping: </a:t>
            </a:r>
            <a:r>
              <a:rPr>
                <a:solidFill>
                  <a:srgbClr val="F8FAFC"/>
                </a:solidFill>
              </a:rPr>
              <a:t>Tracks PyPI, Maven, Gradle, and source-level imports.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2. CBOM Engine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Crypto Primitive Catalog: </a:t>
            </a:r>
            <a:r>
              <a:rPr>
                <a:solidFill>
                  <a:srgbClr val="F8FAFC"/>
                </a:solidFill>
              </a:rPr>
              <a:t>Discovers all hashes, symmetric ciphers, asymmetric keys, and RNGs.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Quantum Readiness: </a:t>
            </a:r>
            <a:r>
              <a:rPr>
                <a:solidFill>
                  <a:srgbClr val="F8FAFC"/>
                </a:solidFill>
              </a:rPr>
              <a:t>Evaluates quantum vulnerability (RSA/ECC vs. ML-KEM/ML-DSA).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Weakness Alerts: </a:t>
            </a:r>
            <a:r>
              <a:rPr>
                <a:solidFill>
                  <a:srgbClr val="F8FAFC"/>
                </a:solidFill>
              </a:rPr>
              <a:t>Flags MD5, SHA-1, DES, verify=False, and predictable PRNGs.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3. RCA &amp; Code Fixes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Root Cause Diagnosis: </a:t>
            </a:r>
            <a:r>
              <a:rPr>
                <a:solidFill>
                  <a:srgbClr val="F8FAFC"/>
                </a:solidFill>
              </a:rPr>
              <a:t>Traces why vulnerabilities exist rather than just reporting symptoms.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Line Number Citing: </a:t>
            </a:r>
            <a:r>
              <a:rPr>
                <a:solidFill>
                  <a:srgbClr val="F8FAFC"/>
                </a:solidFill>
              </a:rPr>
              <a:t>Points directly to exact file names and line numbers.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Drop-in Fix Snippets: </a:t>
            </a:r>
            <a:r>
              <a:rPr>
                <a:solidFill>
                  <a:srgbClr val="F8FAFC"/>
                </a:solidFill>
              </a:rPr>
              <a:t>Provides complete recommended replacement code without modifying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4. CWE &amp; OWASP Gaps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OWASP Top 10 (2021): </a:t>
            </a:r>
            <a:r>
              <a:rPr>
                <a:solidFill>
                  <a:srgbClr val="F8FAFC"/>
                </a:solidFill>
              </a:rPr>
              <a:t>Evaluates 10 standard categories: Covered, Partial, or Gap.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CWE Top 25 (2024): </a:t>
            </a:r>
            <a:r>
              <a:rPr>
                <a:solidFill>
                  <a:srgbClr val="F8FAFC"/>
                </a:solidFill>
              </a:rPr>
              <a:t>Maps weaknesses to CWE-798, CWE-78, CWE-89, CWE-502, CWE-22, etc.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Remediation Roadmap: </a:t>
            </a:r>
            <a:r>
              <a:rPr>
                <a:solidFill>
                  <a:srgbClr val="F8FAFC"/>
                </a:solidFill>
              </a:rPr>
              <a:t>Action list prioritized into 4 execution tiers for sprint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Under the Hood: Dual-Engine AI RAG &amp; Deterministic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04/12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AI RAG Pipeline (Gemini + Qdrant)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Line-Preserving Chunker: </a:t>
            </a:r>
            <a:r>
              <a:rPr>
                <a:solidFill>
                  <a:srgbClr val="F8FAFC"/>
                </a:solidFill>
              </a:rPr>
              <a:t>Splits source code while maintaining 1-based start_line and end_line chunk metadata.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768-dim Vector Embeddings: </a:t>
            </a:r>
            <a:r>
              <a:rPr>
                <a:solidFill>
                  <a:srgbClr val="F8FAFC"/>
                </a:solidFill>
              </a:rPr>
              <a:t>Generates dense semantic vectors via gemini-embedding-001 or Jina AI code embeddings.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Qdrant Vector Database: </a:t>
            </a:r>
            <a:r>
              <a:rPr>
                <a:solidFill>
                  <a:srgbClr val="F8FAFC"/>
                </a:solidFill>
              </a:rPr>
              <a:t>Stores and retrieves semantic code chunks using Cosine similarity search.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Multi-Query RAG Search: </a:t>
            </a:r>
            <a:r>
              <a:rPr>
                <a:solidFill>
                  <a:srgbClr val="F8FAFC"/>
                </a:solidFill>
              </a:rPr>
              <a:t>Runs targeted domain queries tailored specifically for SBOM, CBOM, RCA, and CWE.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Gemini Reasoning Engine: </a:t>
            </a:r>
            <a:r>
              <a:rPr>
                <a:solidFill>
                  <a:srgbClr val="F8FAFC"/>
                </a:solidFill>
              </a:rPr>
              <a:t>Evaluates retrieved contexts with gemini-3.5-flash to produce structured executive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Deterministic Static Fallback Engine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Zero-Dependency Execution: </a:t>
            </a:r>
            <a:r>
              <a:rPr>
                <a:solidFill>
                  <a:srgbClr val="F8FAFC"/>
                </a:solidFill>
              </a:rPr>
              <a:t>Runs directly on Python built-ins (ast, re, json, pathlib) without external network calls.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CI/CD &amp; Offline Reliability: </a:t>
            </a:r>
            <a:r>
              <a:rPr>
                <a:solidFill>
                  <a:srgbClr val="F8FAFC"/>
                </a:solidFill>
              </a:rPr>
              <a:t>Guarantees full security audit continuity even when API keys or databases are unavailable.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AST &amp; Pattern Matchers: </a:t>
            </a:r>
            <a:r>
              <a:rPr>
                <a:solidFill>
                  <a:srgbClr val="F8FAFC"/>
                </a:solidFill>
              </a:rPr>
              <a:t>Inspects AST trees and language patterns across Python, Java, C/C++, and Jupyter Notebooks.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Report Assembly: </a:t>
            </a:r>
            <a:r>
              <a:rPr>
                <a:solidFill>
                  <a:srgbClr val="F8FAFC"/>
                </a:solidFill>
              </a:rPr>
              <a:t>Compiles full Markdown and JSON artifacts identically structured to the AI reports.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GitHub Summary Publisher: </a:t>
            </a:r>
            <a:r>
              <a:rPr>
                <a:solidFill>
                  <a:srgbClr val="F8FAFC"/>
                </a:solidFill>
              </a:rPr>
              <a:t>Pushes structured tables straight to $GITHUB_STEP_SUMMARY for instant developer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DEPENDENCY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Pillar 1: Software Bill of Materials (SBOM)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05/12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Multi-Ecosystem Discovery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Python Ecosystem: </a:t>
            </a:r>
            <a:r>
              <a:rPr>
                <a:solidFill>
                  <a:srgbClr val="F8FAFC"/>
                </a:solidFill>
              </a:rPr>
              <a:t>Parses requirements.txt, pyproject.toml, and unpinned direct source imports.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Java Ecosystem: </a:t>
            </a:r>
            <a:r>
              <a:rPr>
                <a:solidFill>
                  <a:srgbClr val="F8FAFC"/>
                </a:solidFill>
              </a:rPr>
              <a:t>Extracts Maven pom.xml (groupId, artifactId, version) and Gradle build.gradle dependencies.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C/C++ Ecosystem: </a:t>
            </a:r>
            <a:r>
              <a:rPr>
                <a:solidFill>
                  <a:srgbClr val="F8FAFC"/>
                </a:solidFill>
              </a:rPr>
              <a:t>Analyzes #include header directives and CMake dependencies.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Notebook Extraction: </a:t>
            </a:r>
            <a:r>
              <a:rPr>
                <a:solidFill>
                  <a:srgbClr val="F8FAFC"/>
                </a:solidFill>
              </a:rPr>
              <a:t>Specialized Jupyter (.ipynb) parser extracts cell-level imports while stripping base64 image bloat.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Actionable Compliance Output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Component Inventory Table: </a:t>
            </a:r>
            <a:r>
              <a:rPr>
                <a:solidFill>
                  <a:srgbClr val="F8FAFC"/>
                </a:solidFill>
              </a:rPr>
              <a:t>Component name, exact declared version, ecosystem, declaration source, usage context, and risk notes.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Pinned vs. Unpinned Metrics: </a:t>
            </a:r>
            <a:r>
              <a:rPr>
                <a:solidFill>
                  <a:srgbClr val="F8FAFC"/>
                </a:solidFill>
              </a:rPr>
              <a:t>Instantly flags loose version ranges vulnerable to supply-chain tampering.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Supply-Chain Protection: </a:t>
            </a:r>
            <a:r>
              <a:rPr>
                <a:solidFill>
                  <a:srgbClr val="F8FAFC"/>
                </a:solidFill>
              </a:rPr>
              <a:t>Guards against dependency confusion attacks and out-of-date packages.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Machine-Readable Formats: </a:t>
            </a:r>
            <a:r>
              <a:rPr>
                <a:solidFill>
                  <a:srgbClr val="F8FAFC"/>
                </a:solidFill>
              </a:rPr>
              <a:t>Emits standard Markdown tables and JSON payloads for integration into procurement and audit logs.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QUANTUM READINESS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Pillar 2: Cryptography Bill of Materials (CBOM)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06/12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Cryptographic Asset Inventory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Primitives Cataloged: </a:t>
            </a:r>
            <a:r>
              <a:rPr>
                <a:solidFill>
                  <a:srgbClr val="F8FAFC"/>
                </a:solidFill>
              </a:rPr>
              <a:t>Hashing (MD5, SHA-1, SHA-256), Ciphers (AES, RSA, DES), Protocols (TLS/SSL), RNGs (secrets, random).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Key Sizes &amp; Libraries: </a:t>
            </a:r>
            <a:r>
              <a:rPr>
                <a:solidFill>
                  <a:srgbClr val="F8FAFC"/>
                </a:solidFill>
              </a:rPr>
              <a:t>Audits exact key bit lengths (e.g. RSA 2048/4096-bit, AES 256-bit) and active libraries.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Quantum-Safe Evaluation: </a:t>
            </a:r>
            <a:r>
              <a:rPr>
                <a:solidFill>
                  <a:srgbClr val="F8FAFC"/>
                </a:solidFill>
              </a:rPr>
              <a:t>Classifies every primitive: flags RSA, ECC, and Diffie-Hellman as Quantum-Unsafe.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Post-Quantum Migration Path: </a:t>
            </a:r>
            <a:r>
              <a:rPr>
                <a:solidFill>
                  <a:srgbClr val="F8FAFC"/>
                </a:solidFill>
              </a:rPr>
              <a:t>Advises engineering teams on transitioning to NIST FIPS post-quantum standards (ML-KEM / ML-DSA).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Weak Cryptography Alerts with Fixes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MD5 / SHA-1 Deprecation: </a:t>
            </a:r>
            <a:r>
              <a:rPr>
                <a:solidFill>
                  <a:srgbClr val="F8FAFC"/>
                </a:solidFill>
              </a:rPr>
              <a:t>Detects obsolete collision-prone hashes with line number citation and SHA-256 upgrade code.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Disabled TLS Checks: </a:t>
            </a:r>
            <a:r>
              <a:rPr>
                <a:solidFill>
                  <a:srgbClr val="F8FAFC"/>
                </a:solidFill>
              </a:rPr>
              <a:t>Flags verify=False and ssl.CERT_NONE that enable Man-in-the-Middle (MITM) attacks.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Predictable Randomness: </a:t>
            </a:r>
            <a:r>
              <a:rPr>
                <a:solidFill>
                  <a:srgbClr val="F8FAFC"/>
                </a:solidFill>
              </a:rPr>
              <a:t>Detects standard random module used for security tokens and provides secrets.token_hex replacement.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Cryptographic Posture Score: </a:t>
            </a:r>
            <a:r>
              <a:rPr>
                <a:solidFill>
                  <a:srgbClr val="F8FAFC"/>
                </a:solidFill>
              </a:rPr>
              <a:t>Rates total codebase cryptographic posture: Strong, Moderate, or Needs Attention.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DIAGNOSE -&gt; EXPLAIN -&gt; RECOMMEND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Pillar 3: Root Cause Analysis with Actionable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07/12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3-Step Remediation Paradigm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1. Scan &amp; Identify: </a:t>
            </a:r>
            <a:r>
              <a:rPr>
                <a:solidFill>
                  <a:srgbClr val="F8FAFC"/>
                </a:solidFill>
              </a:rPr>
              <a:t>Pinpoints vulnerability with exact File Name and Line Number (e.g. ingest.py: Line 297).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2. Explain Root Cause: </a:t>
            </a:r>
            <a:r>
              <a:rPr>
                <a:solidFill>
                  <a:srgbClr val="F8FAFC"/>
                </a:solidFill>
              </a:rPr>
              <a:t>Explains WHY the vulnerability exists, the exploit mechanism, and contributing development factors.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3. Recommend Replacement Code: </a:t>
            </a:r>
            <a:r>
              <a:rPr>
                <a:solidFill>
                  <a:srgbClr val="F8FAFC"/>
                </a:solidFill>
              </a:rPr>
              <a:t>Generates complete, drop-in replacement code snippet fixing the flaw.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Strict Safety Constraint: </a:t>
            </a:r>
            <a:r>
              <a:rPr>
                <a:solidFill>
                  <a:srgbClr val="F8FAFC"/>
                </a:solidFill>
              </a:rPr>
              <a:t>The AI model NEVER modifies files directly; it recommends clean fixes for developer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Deep Architectural Checks Detected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LLM Prompt Injection: </a:t>
            </a:r>
            <a:r>
              <a:rPr>
                <a:solidFill>
                  <a:srgbClr val="F8FAFC"/>
                </a:solidFill>
              </a:rPr>
              <a:t>Flags unescaped context string interpolation and provides XML boundary tags (OWASP LLM01).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Path Traversal Vulnerabilities: </a:t>
            </a:r>
            <a:r>
              <a:rPr>
                <a:solidFill>
                  <a:srgbClr val="F8FAFC"/>
                </a:solidFill>
              </a:rPr>
              <a:t>Catches unvalidated user-supplied folder paths and supplies Path.resolve() guards.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Unauthenticated Databases: </a:t>
            </a:r>
            <a:r>
              <a:rPr>
                <a:solidFill>
                  <a:srgbClr val="F8FAFC"/>
                </a:solidFill>
              </a:rPr>
              <a:t>Identifies unencrypted vector DB connections and recommends API-key/TLS client config.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Destructive Actions: </a:t>
            </a:r>
            <a:r>
              <a:rPr>
                <a:solidFill>
                  <a:srgbClr val="F8FAFC"/>
                </a:solidFill>
              </a:rPr>
              <a:t>Flags unconditional collection drops and adds explicit confirmation flags.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Resource Exhaustion (DoS): </a:t>
            </a:r>
            <a:r>
              <a:rPr>
                <a:solidFill>
                  <a:srgbClr val="F8FAFC"/>
                </a:solidFill>
              </a:rPr>
              <a:t>Identifies unbounded read_text() calls and supplies file-size boundary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STANDARDS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Pillar 4: OWASP Top 10 &amp; CWE Top 25 Gap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08/12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OWASP Top 10 (2021) Assessment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Full 10-Category Coverage: </a:t>
            </a:r>
            <a:r>
              <a:rPr>
                <a:solidFill>
                  <a:srgbClr val="F8FAFC"/>
                </a:solidFill>
              </a:rPr>
              <a:t>Evaluates A01 Broken Access Control through A10 SSRF.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Visual Status Ratings: </a:t>
            </a:r>
            <a:r>
              <a:rPr>
                <a:solidFill>
                  <a:srgbClr val="F8FAFC"/>
                </a:solidFill>
              </a:rPr>
              <a:t>Classifies each category: ✅ Covered, ⚠️ Partial, ❌ Gap, or ➖ Not Assessed.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Evidence &amp; Residual Risk: </a:t>
            </a:r>
            <a:r>
              <a:rPr>
                <a:solidFill>
                  <a:srgbClr val="F8FAFC"/>
                </a:solidFill>
              </a:rPr>
              <a:t>Documents specific line evidence and calculates residual risk (Critical, High, Medium, Low).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Controls Observed: </a:t>
            </a:r>
            <a:r>
              <a:rPr>
                <a:solidFill>
                  <a:srgbClr val="F8FAFC"/>
                </a:solidFill>
              </a:rPr>
              <a:t>Identifies existing defenses (parameterized queries, hashing, role guards).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CWE Top 25 &amp; 4-Tier Roadmap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CWE Vulnerability Mapping: </a:t>
            </a:r>
            <a:r>
              <a:rPr>
                <a:solidFill>
                  <a:srgbClr val="F8FAFC"/>
                </a:solidFill>
              </a:rPr>
              <a:t>Correlates findings with CWE-798, CWE-78, CWE-89, CWE-95, CWE-502, CWE-22, CWE-306, CWE-327.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Priority 1 (Fix Immediately): </a:t>
            </a:r>
            <a:r>
              <a:rPr>
                <a:solidFill>
                  <a:srgbClr val="F8FAFC"/>
                </a:solidFill>
              </a:rPr>
              <a:t>Critical command injection, code evaluation, hardcoded credentials.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Priority 2 (Current Sprint): </a:t>
            </a:r>
            <a:r>
              <a:rPr>
                <a:solidFill>
                  <a:srgbClr val="F8FAFC"/>
                </a:solidFill>
              </a:rPr>
              <a:t>Disabled TLS verification, unsafe deserialization, broken access controls.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Priority 3 (Next Release): </a:t>
            </a:r>
            <a:r>
              <a:rPr>
                <a:solidFill>
                  <a:srgbClr val="F8FAFC"/>
                </a:solidFill>
              </a:rPr>
              <a:t>Predictable PRNGs, unpinned dependencies, quantum-unsafe ciphers.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Priority 4 (Ongoing / Hygiene): </a:t>
            </a:r>
            <a:r>
              <a:rPr>
                <a:solidFill>
                  <a:srgbClr val="F8FAFC"/>
                </a:solidFill>
              </a:rPr>
              <a:t>Sanitized error logging, security headers, CI/CD automated gates.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AUTOMATION &amp;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Seamless DevSecOps: Automated CI/CD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09/12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Ephemeral CI Runner Architecture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Zero-Configuration Qdrant: </a:t>
            </a:r>
            <a:r>
              <a:rPr>
                <a:solidFill>
                  <a:srgbClr val="F8FAFC"/>
                </a:solidFill>
              </a:rPr>
              <a:t>Spins up ephemeral Qdrant Docker container in seconds on GitHub Actions runner.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Direct Step Summary Publishing: </a:t>
            </a:r>
            <a:r>
              <a:rPr>
                <a:solidFill>
                  <a:srgbClr val="F8FAFC"/>
                </a:solidFill>
              </a:rPr>
              <a:t>Appends reports directly to $GITHUB_STEP_SUMMARY — displays full tables without downloading zip files!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Deterministic Fallback Guarantee: </a:t>
            </a:r>
            <a:r>
              <a:rPr>
                <a:solidFill>
                  <a:srgbClr val="F8FAFC"/>
                </a:solidFill>
              </a:rPr>
              <a:t>If Qdrant or API keys are absent (e.g. fork PRs), deterministic mode runs with 100% success.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Quality Gate Enforcement: </a:t>
            </a:r>
            <a:r>
              <a:rPr>
                <a:solidFill>
                  <a:srgbClr val="F8FAFC"/>
                </a:solidFill>
              </a:rPr>
              <a:t>Optional --fail-on-critical flag halts the build if CRITICAL security flaws are 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Reusable Composite Action (action.yml)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One-Line Integration: </a:t>
            </a:r>
            <a:r>
              <a:rPr>
                <a:solidFill>
                  <a:srgbClr val="F8FAFC"/>
                </a:solidFill>
              </a:rPr>
              <a:t>Any repository on GitHub can audit its codebase simply by adding: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Action Syntax: </a:t>
            </a:r>
            <a:r>
              <a:rPr>
                <a:solidFill>
                  <a:srgbClr val="F8FAFC"/>
                </a:solidFill>
              </a:rPr>
              <a:t>uses: menonkrishna57/Audit-App@main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Custom Target Paths: </a:t>
            </a:r>
            <a:r>
              <a:rPr>
                <a:solidFill>
                  <a:srgbClr val="F8FAFC"/>
                </a:solidFill>
              </a:rPr>
              <a:t>Supports auditing subdirectories, monorepos, or external checkouts via target-path input.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Optional AI Mode: </a:t>
            </a:r>
            <a:r>
              <a:rPr>
                <a:solidFill>
                  <a:srgbClr val="F8FAFC"/>
                </a:solidFill>
              </a:rPr>
              <a:t>Pass google-api-key input to enable AI RAG; gracefully defaults to deterministic mode if omitted.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Automated GHCR Deployment: </a:t>
            </a:r>
            <a:r>
              <a:rPr>
                <a:solidFill>
                  <a:srgbClr val="F8FAFC"/>
                </a:solidFill>
              </a:rPr>
              <a:t>Builds and pushes production multi-arch Docker images to GitHub Container Registry.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STREAMLIT WEB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Developer Experience: Interactive Security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10/12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Tab 1: Ingestion Engine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Local Folder Picker: </a:t>
            </a:r>
            <a:r>
              <a:rPr>
                <a:solidFill>
                  <a:srgbClr val="F8FAFC"/>
                </a:solidFill>
              </a:rPr>
              <a:t>Native Explorer dialog or text input to target any repository.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Multi-Provider Embeddings: </a:t>
            </a:r>
            <a:r>
              <a:rPr>
                <a:solidFill>
                  <a:srgbClr val="F8FAFC"/>
                </a:solidFill>
              </a:rPr>
              <a:t>Toggle between Google Gemini, Jina AI Cloud, or Ollama local.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Real-time Status Monitor: </a:t>
            </a:r>
            <a:r>
              <a:rPr>
                <a:solidFill>
                  <a:srgbClr val="F8FAFC"/>
                </a:solidFill>
              </a:rPr>
              <a:t>Visual indicators for Qdrant database, Google API key, and Jina key health.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Tab 2: Security Audits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Quick Action One-Click: </a:t>
            </a:r>
            <a:r>
              <a:rPr>
                <a:solidFill>
                  <a:srgbClr val="F8FAFC"/>
                </a:solidFill>
              </a:rPr>
              <a:t>Runs full pipeline: SBOM + CBOM + RCA + CWE Gap Analysis in one pass.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Granular Category Runs: </a:t>
            </a:r>
            <a:r>
              <a:rPr>
                <a:solidFill>
                  <a:srgbClr val="F8FAFC"/>
                </a:solidFill>
              </a:rPr>
              <a:t>Inspect individual audit dimensions with custom top-k retrieval.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Gemini Model Selector: </a:t>
            </a:r>
            <a:r>
              <a:rPr>
                <a:solidFill>
                  <a:srgbClr val="F8FAFC"/>
                </a:solidFill>
              </a:rPr>
              <a:t>Switch between gemini-3.5-flash, 3.5-flash-lite, 3.8-flash, or 3.5-pro on the fly.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Tab 3: Past Reports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Historical Audit Browser: </a:t>
            </a:r>
            <a:r>
              <a:rPr>
                <a:solidFill>
                  <a:srgbClr val="F8FAFC"/>
                </a:solidFill>
              </a:rPr>
              <a:t>Instant browsing of all past generated audits stored in reports/.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Code Block Rendering: </a:t>
            </a:r>
            <a:r>
              <a:rPr>
                <a:solidFill>
                  <a:srgbClr val="F8FAFC"/>
                </a:solidFill>
              </a:rPr>
              <a:t>Interactive syntax-highlighted code blocks with line numbers and recommended fixes.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Export &amp; Download: </a:t>
            </a:r>
            <a:r>
              <a:rPr>
                <a:solidFill>
                  <a:srgbClr val="F8FAFC"/>
                </a:solidFill>
              </a:rPr>
              <a:t>Download audit reports in clean Markdown (.md) or machine-readable JSON (.json).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COMPETITIVE DIFFERENTIATION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Why Audit-App Outperforms Traditional SAST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11/12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Traditional SAST (Sonar / Bandit)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Rigid Pattern Matching: </a:t>
            </a:r>
            <a:r>
              <a:rPr>
                <a:solidFill>
                  <a:srgbClr val="F8FAFC"/>
                </a:solidFill>
              </a:rPr>
              <a:t>High false positive rates on complex multi-chunk code logic.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Cryptographic Posture: </a:t>
            </a:r>
            <a:r>
              <a:rPr>
                <a:solidFill>
                  <a:srgbClr val="F8FAFC"/>
                </a:solidFill>
              </a:rPr>
              <a:t>Does not inventory quantum vulnerability or build a CBOM.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Generic Error Strings: </a:t>
            </a:r>
            <a:r>
              <a:rPr>
                <a:solidFill>
                  <a:srgbClr val="F8FAFC"/>
                </a:solidFill>
              </a:rPr>
              <a:t>Tells developers what is wrong, but offers no verified code replacement.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Shallow Manifest Parsing: </a:t>
            </a:r>
            <a:r>
              <a:rPr>
                <a:solidFill>
                  <a:srgbClr val="F8FAFC"/>
                </a:solidFill>
              </a:rPr>
              <a:t>Misses unpinned indirect imports and notebook cell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Generic AI Copilots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Single-File Scope: </a:t>
            </a:r>
            <a:r>
              <a:rPr>
                <a:solidFill>
                  <a:srgbClr val="F8FAFC"/>
                </a:solidFill>
              </a:rPr>
              <a:t>Copilots only view the current open buffer, missing repository-wide context.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 Compliance Structure: </a:t>
            </a:r>
            <a:r>
              <a:rPr>
                <a:solidFill>
                  <a:srgbClr val="F8FAFC"/>
                </a:solidFill>
              </a:rPr>
              <a:t>Cannot produce formal SBOM, CBOM, or OWASP compliance matrices.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Hallucination Risk: </a:t>
            </a:r>
            <a:r>
              <a:rPr>
                <a:solidFill>
                  <a:srgbClr val="F8FAFC"/>
                </a:solidFill>
              </a:rPr>
              <a:t>Lacks vector RAG verification grounding findings against real codebase chunks.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Not CI/CD Native: </a:t>
            </a:r>
            <a:r>
              <a:rPr>
                <a:solidFill>
                  <a:srgbClr val="F8FAFC"/>
                </a:solidFill>
              </a:rPr>
              <a:t>Designed for autocomplete typing, not automated pipeline security gates.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Audit-App Advantage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Unified 4-Pillar Auditing: </a:t>
            </a:r>
            <a:r>
              <a:rPr>
                <a:solidFill>
                  <a:srgbClr val="F8FAFC"/>
                </a:solidFill>
              </a:rPr>
              <a:t>Only platform combining SBOM, CBOM, RCA, and OWASP Gap Analysis natively.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Actionable Code Fixes: </a:t>
            </a:r>
            <a:r>
              <a:rPr>
                <a:solidFill>
                  <a:srgbClr val="F8FAFC"/>
                </a:solidFill>
              </a:rPr>
              <a:t>Provides exact line numbers and copyable secure replacement code snippets.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Quantum-Safe Readiness: </a:t>
            </a:r>
            <a:r>
              <a:rPr>
                <a:solidFill>
                  <a:srgbClr val="F8FAFC"/>
                </a:solidFill>
              </a:rPr>
              <a:t>Full inventory of crypto primitives with post-quantum migration advice.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Dual-Engine Resilience: </a:t>
            </a:r>
            <a:r>
              <a:rPr>
                <a:solidFill>
                  <a:srgbClr val="F8FAFC"/>
                </a:solidFill>
              </a:rPr>
              <a:t>AI RAG for depth + deterministic fallback for fast, offline CI/CD.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Summary &amp; Future Roadmap: Autonomous Code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12/12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Current Achievements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Production-Ready Core: </a:t>
            </a:r>
            <a:r>
              <a:rPr>
                <a:solidFill>
                  <a:srgbClr val="F8FAFC"/>
                </a:solidFill>
              </a:rPr>
              <a:t>Complete 4-pillar security pipeline tested and verified with 100% pytest pass rate.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Language Versatility: </a:t>
            </a:r>
            <a:r>
              <a:rPr>
                <a:solidFill>
                  <a:srgbClr val="F8FAFC"/>
                </a:solidFill>
              </a:rPr>
              <a:t>Deep analysis across Python (.py, .ipynb), Java (.java), C/C++ (.cpp, .c, .h), and manifests.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DevSecOps Native: </a:t>
            </a:r>
            <a:r>
              <a:rPr>
                <a:solidFill>
                  <a:srgbClr val="F8FAFC"/>
                </a:solidFill>
              </a:rPr>
              <a:t>Turnkey GitHub Actions workflow + reusable composite action with $GITHUB_STEP_SUMMARY UI.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Dual AI &amp; Deterministic Engine: </a:t>
            </a:r>
            <a:r>
              <a:rPr>
                <a:solidFill>
                  <a:srgbClr val="F8FAFC"/>
                </a:solidFill>
              </a:rPr>
              <a:t>State-of-the-art Gemini LLM integration with zero-dependency offline continuity.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Strategic Roadmap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Autonomous PR Review Bot: </a:t>
            </a:r>
            <a:r>
              <a:rPr>
                <a:solidFill>
                  <a:srgbClr val="F8FAFC"/>
                </a:solidFill>
              </a:rPr>
              <a:t>Auto-post line-level suggested code fixes directly onto GitHub Pull Request diffs.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SLSA Provenance Attestation: </a:t>
            </a:r>
            <a:r>
              <a:rPr>
                <a:solidFill>
                  <a:srgbClr val="F8FAFC"/>
                </a:solidFill>
              </a:rPr>
              <a:t>Generate cryptographic SLSA build provenance attestations alongside SBOMs.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IDE Plugins: </a:t>
            </a:r>
            <a:r>
              <a:rPr>
                <a:solidFill>
                  <a:srgbClr val="F8FAFC"/>
                </a:solidFill>
              </a:rPr>
              <a:t>Real-time audit diagnostics in VS Code and JetBrains IDEs as developers write code.</a:t>
            </a:r>
          </a:p>
          <a:p>
            <a:pPr>
              <a:spcAft>
                <a:spcPts val="600"/>
              </a:spcAft>
              <a:defRPr sz="1200">
                <a:latin typeface="Segoe UI"/>
              </a:defRPr>
            </a:pPr>
            <a:r>
              <a:rPr b="1">
                <a:solidFill>
                  <a:srgbClr val="38BDF8"/>
                </a:solidFill>
              </a:rPr>
              <a:t>• Enterprise Policy Engine: </a:t>
            </a:r>
            <a:r>
              <a:rPr>
                <a:solidFill>
                  <a:srgbClr val="F8FAFC"/>
                </a:solidFill>
              </a:rPr>
              <a:t>Custom organizational compliance rulebooks and regulatory export (FedRAMP / ISO 27001).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